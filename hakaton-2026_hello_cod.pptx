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h2/JcgfdA+BrA8wl9QHIA9TPnj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396" y="-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6" name="Google Shape;50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2" name="Google Shape;5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7" name="Google Shape;53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38" name="Google Shape;53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2" name="Google Shape;55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3" name="Google Shape;55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1_Титульный слайд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717"/>
            <a:ext cx="9143999" cy="514078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6"/>
          <p:cNvSpPr txBox="1"/>
          <p:nvPr/>
        </p:nvSpPr>
        <p:spPr>
          <a:xfrm>
            <a:off x="8528550" y="4817130"/>
            <a:ext cx="450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ru-RU" sz="1050" b="0" i="0" u="none" strike="noStrike" cap="none">
                <a:solidFill>
                  <a:srgbClr val="F25D9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F25D9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>
  <p:cSld name="1_Заголовок и объект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/>
        </p:nvSpPr>
        <p:spPr>
          <a:xfrm>
            <a:off x="8544560" y="4874269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ru-RU"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7"/>
          <p:cNvSpPr txBox="1"/>
          <p:nvPr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ru-RU" sz="1050" b="0" i="0" u="none" strike="noStrike" cap="none">
                <a:solidFill>
                  <a:srgbClr val="00549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54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717"/>
            <a:ext cx="9143999" cy="514078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7"/>
          <p:cNvSpPr txBox="1"/>
          <p:nvPr/>
        </p:nvSpPr>
        <p:spPr>
          <a:xfrm>
            <a:off x="8528550" y="4817130"/>
            <a:ext cx="450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ru-RU" sz="1050" b="0" i="0" u="none" strike="noStrike" cap="none">
                <a:solidFill>
                  <a:srgbClr val="F25D9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F25D9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 type="title">
  <p:cSld name="TITL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32" name="Google Shape;32;p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8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50"/>
              <a:buFont typeface="Consolas"/>
              <a:buNone/>
              <a:defRPr sz="405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750"/>
              </a:spcBef>
              <a:spcAft>
                <a:spcPts val="0"/>
              </a:spcAft>
              <a:buSzPts val="1080"/>
              <a:buNone/>
              <a:defRPr cap="none">
                <a:solidFill>
                  <a:srgbClr val="EE52A4"/>
                </a:solidFill>
              </a:defRPr>
            </a:lvl1pPr>
            <a:lvl2pPr lvl="1" algn="ctr">
              <a:spcBef>
                <a:spcPts val="75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750"/>
              </a:spcBef>
              <a:spcAft>
                <a:spcPts val="0"/>
              </a:spcAft>
              <a:buSzPts val="84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50"/>
              </a:spcBef>
              <a:spcAft>
                <a:spcPts val="0"/>
              </a:spcAft>
              <a:buSzPts val="7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50"/>
              </a:spcBef>
              <a:spcAft>
                <a:spcPts val="0"/>
              </a:spcAft>
              <a:buSzPts val="72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50"/>
              </a:spcBef>
              <a:spcAft>
                <a:spcPts val="0"/>
              </a:spcAft>
              <a:buSzPts val="72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50"/>
              </a:spcBef>
              <a:spcAft>
                <a:spcPts val="0"/>
              </a:spcAft>
              <a:buSzPts val="72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50"/>
              </a:spcBef>
              <a:spcAft>
                <a:spcPts val="0"/>
              </a:spcAft>
              <a:buSzPts val="72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50"/>
              </a:spcBef>
              <a:spcAft>
                <a:spcPts val="0"/>
              </a:spcAft>
              <a:buSzPts val="72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 rot="5400000">
            <a:off x="7619239" y="1344169"/>
            <a:ext cx="742949" cy="22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 rot="5400000">
            <a:off x="6713982" y="2420874"/>
            <a:ext cx="2894846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7764406" y="221797"/>
            <a:ext cx="628649" cy="57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866216" y="1952625"/>
            <a:ext cx="6619244" cy="256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dt" idx="10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ftr" idx="11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7764406" y="221797"/>
            <a:ext cx="628649" cy="57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раздела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10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48" name="Google Shape;48;p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1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8"/>
                  </a:srgbClr>
                </a:gs>
                <a:gs pos="36000">
                  <a:srgbClr val="9B6BF2">
                    <a:alpha val="7059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1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9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1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8"/>
                  </a:srgbClr>
                </a:gs>
                <a:gs pos="36000">
                  <a:srgbClr val="9B6BF2">
                    <a:alpha val="7059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10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10"/>
            <p:cNvSpPr/>
            <p:nvPr/>
          </p:nvSpPr>
          <p:spPr>
            <a:xfrm rot="-54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56" name="Google Shape;56;p10"/>
            <p:cNvSpPr/>
            <p:nvPr/>
          </p:nvSpPr>
          <p:spPr>
            <a:xfrm rot="-5677511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0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Consolas"/>
              <a:buNone/>
              <a:defRPr sz="3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500" cap="none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dt" idx="10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ftr" idx="11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7764406" y="221797"/>
            <a:ext cx="628649" cy="57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>
            <a:off x="866215" y="1952625"/>
            <a:ext cx="3618869" cy="2562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2"/>
          </p:nvPr>
        </p:nvSpPr>
        <p:spPr>
          <a:xfrm>
            <a:off x="4656535" y="1952625"/>
            <a:ext cx="3618869" cy="256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dt" idx="10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ftr" idx="11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sldNum" idx="12"/>
          </p:nvPr>
        </p:nvSpPr>
        <p:spPr>
          <a:xfrm>
            <a:off x="7764406" y="221797"/>
            <a:ext cx="628649" cy="57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 txBox="1"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Consola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1440"/>
              <a:buNone/>
              <a:defRPr sz="18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 b="1"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2"/>
          </p:nvPr>
        </p:nvSpPr>
        <p:spPr>
          <a:xfrm>
            <a:off x="866215" y="2384822"/>
            <a:ext cx="3618869" cy="2130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body" idx="3"/>
          </p:nvPr>
        </p:nvSpPr>
        <p:spPr>
          <a:xfrm>
            <a:off x="4656535" y="1952625"/>
            <a:ext cx="3618869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1440"/>
              <a:buNone/>
              <a:defRPr sz="18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 b="1"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4"/>
          </p:nvPr>
        </p:nvSpPr>
        <p:spPr>
          <a:xfrm>
            <a:off x="4656535" y="2384822"/>
            <a:ext cx="3618869" cy="2130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50"/>
              </a:spcBef>
              <a:spcAft>
                <a:spcPts val="0"/>
              </a:spcAft>
              <a:buSzPts val="1080"/>
              <a:buChar char="►"/>
              <a:defRPr sz="1350"/>
            </a:lvl1pPr>
            <a:lvl2pPr marL="914400" lvl="1" indent="-289560" algn="l">
              <a:spcBef>
                <a:spcPts val="750"/>
              </a:spcBef>
              <a:spcAft>
                <a:spcPts val="0"/>
              </a:spcAft>
              <a:buSzPts val="960"/>
              <a:buChar char="►"/>
              <a:defRPr sz="1200"/>
            </a:lvl2pPr>
            <a:lvl3pPr marL="1371600" lvl="2" indent="-281940" algn="l">
              <a:spcBef>
                <a:spcPts val="750"/>
              </a:spcBef>
              <a:spcAft>
                <a:spcPts val="0"/>
              </a:spcAft>
              <a:buSzPts val="840"/>
              <a:buChar char="►"/>
              <a:defRPr sz="1050"/>
            </a:lvl3pPr>
            <a:lvl4pPr marL="1828800" lvl="3" indent="-274320" algn="l">
              <a:spcBef>
                <a:spcPts val="750"/>
              </a:spcBef>
              <a:spcAft>
                <a:spcPts val="0"/>
              </a:spcAft>
              <a:buSzPts val="720"/>
              <a:buChar char="►"/>
              <a:defRPr sz="900"/>
            </a:lvl4pPr>
            <a:lvl5pPr marL="2286000" lvl="4" indent="-274320" algn="l">
              <a:spcBef>
                <a:spcPts val="750"/>
              </a:spcBef>
              <a:spcAft>
                <a:spcPts val="0"/>
              </a:spcAft>
              <a:buSzPts val="720"/>
              <a:buChar char="►"/>
              <a:defRPr sz="900"/>
            </a:lvl5pPr>
            <a:lvl6pPr marL="2743200" lvl="5" indent="-274320" algn="l">
              <a:spcBef>
                <a:spcPts val="750"/>
              </a:spcBef>
              <a:spcAft>
                <a:spcPts val="0"/>
              </a:spcAft>
              <a:buSzPts val="720"/>
              <a:buChar char="►"/>
              <a:defRPr sz="900"/>
            </a:lvl6pPr>
            <a:lvl7pPr marL="3200400" lvl="6" indent="-274320" algn="l">
              <a:spcBef>
                <a:spcPts val="750"/>
              </a:spcBef>
              <a:spcAft>
                <a:spcPts val="0"/>
              </a:spcAft>
              <a:buSzPts val="720"/>
              <a:buChar char="►"/>
              <a:defRPr sz="900"/>
            </a:lvl7pPr>
            <a:lvl8pPr marL="3657600" lvl="7" indent="-274320" algn="l">
              <a:spcBef>
                <a:spcPts val="750"/>
              </a:spcBef>
              <a:spcAft>
                <a:spcPts val="0"/>
              </a:spcAft>
              <a:buSzPts val="720"/>
              <a:buChar char="►"/>
              <a:defRPr sz="900"/>
            </a:lvl8pPr>
            <a:lvl9pPr marL="4114800" lvl="8" indent="-274320" algn="l">
              <a:spcBef>
                <a:spcPts val="750"/>
              </a:spcBef>
              <a:spcAft>
                <a:spcPts val="0"/>
              </a:spcAft>
              <a:buSzPts val="720"/>
              <a:buChar char="►"/>
              <a:defRPr sz="900"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7764406" y="221797"/>
            <a:ext cx="628649" cy="57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Consola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dt" idx="10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ftr" idx="11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ldNum" idx="12"/>
          </p:nvPr>
        </p:nvSpPr>
        <p:spPr>
          <a:xfrm>
            <a:off x="7764406" y="221797"/>
            <a:ext cx="628649" cy="57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 слайд" type="blank">
  <p:cSld name="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dt" idx="10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ftr" idx="11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7764406" y="221797"/>
            <a:ext cx="628649" cy="57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Объект с подписью" type="objTx">
  <p:cSld name="OBJECT_WITH_CAPTION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5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2" name="Google Shape;92;p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8"/>
                  </a:srgbClr>
                </a:gs>
                <a:gs pos="36000">
                  <a:srgbClr val="9B6BF2">
                    <a:alpha val="7059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9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8"/>
                  </a:srgbClr>
                </a:gs>
                <a:gs pos="36000">
                  <a:srgbClr val="9B6BF2">
                    <a:alpha val="7059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 rot="-5677511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 rot="-54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01" name="Google Shape;101;p15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02" name="Google Shape;102;p15"/>
          <p:cNvSpPr txBox="1"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nsolas"/>
              <a:buNone/>
              <a:defRPr sz="1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body" idx="1"/>
          </p:nvPr>
        </p:nvSpPr>
        <p:spPr>
          <a:xfrm>
            <a:off x="4335859" y="1085850"/>
            <a:ext cx="389255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body" idx="2"/>
          </p:nvPr>
        </p:nvSpPr>
        <p:spPr>
          <a:xfrm>
            <a:off x="866215" y="2346961"/>
            <a:ext cx="2094869" cy="2171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720"/>
              <a:buNone/>
              <a:defRPr sz="900"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dt" idx="10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ftr" idx="11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7764406" y="221797"/>
            <a:ext cx="628649" cy="57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Рисунок с подписью" type="picTx">
  <p:cSld name="PICTURE_WITH_CAPTION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1" name="Google Shape;111;p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8"/>
                  </a:srgbClr>
                </a:gs>
                <a:gs pos="36000">
                  <a:srgbClr val="9B6BF2">
                    <a:alpha val="7059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9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8"/>
                  </a:srgbClr>
                </a:gs>
                <a:gs pos="36000">
                  <a:srgbClr val="9B6BF2">
                    <a:alpha val="7059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6"/>
            <p:cNvSpPr/>
            <p:nvPr/>
          </p:nvSpPr>
          <p:spPr>
            <a:xfrm rot="-5677511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6"/>
            <p:cNvSpPr/>
            <p:nvPr/>
          </p:nvSpPr>
          <p:spPr>
            <a:xfrm rot="-54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20" name="Google Shape;120;p16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Consolas"/>
              <a:buNone/>
              <a:defRPr sz="27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6"/>
          <p:cNvSpPr>
            <a:spLocks noGrp="1"/>
          </p:cNvSpPr>
          <p:nvPr>
            <p:ph type="pic" idx="2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3137"/>
              </a:srgbClr>
            </a:outerShdw>
          </a:effectLst>
        </p:spPr>
      </p:sp>
      <p:sp>
        <p:nvSpPr>
          <p:cNvPr id="123" name="Google Shape;123;p16"/>
          <p:cNvSpPr txBox="1">
            <a:spLocks noGrp="1"/>
          </p:cNvSpPr>
          <p:nvPr>
            <p:ph type="body" idx="1"/>
          </p:nvPr>
        </p:nvSpPr>
        <p:spPr>
          <a:xfrm>
            <a:off x="866216" y="2743200"/>
            <a:ext cx="289440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720"/>
              <a:buNone/>
              <a:defRPr sz="900"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dt" idx="10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ftr" idx="11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sldNum" idx="12"/>
          </p:nvPr>
        </p:nvSpPr>
        <p:spPr>
          <a:xfrm>
            <a:off x="7764406" y="221797"/>
            <a:ext cx="628649" cy="57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анорамная фотография с подписью">
  <p:cSld name="Панорамная фотография с подписью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0" name="Google Shape;130;p1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8"/>
                  </a:srgbClr>
                </a:gs>
                <a:gs pos="36000">
                  <a:srgbClr val="9B6BF2">
                    <a:alpha val="7059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9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8"/>
                  </a:srgbClr>
                </a:gs>
                <a:gs pos="36000">
                  <a:srgbClr val="9B6BF2">
                    <a:alpha val="7059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38" name="Google Shape;138;p17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39" name="Google Shape;139;p17"/>
          <p:cNvSpPr txBox="1"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nsolas"/>
              <a:buNone/>
              <a:defRPr sz="1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7"/>
          <p:cNvSpPr>
            <a:spLocks noGrp="1"/>
          </p:cNvSpPr>
          <p:nvPr>
            <p:ph type="pic" idx="2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3137"/>
              </a:srgbClr>
            </a:outerShdw>
          </a:effectLst>
        </p:spPr>
      </p:sp>
      <p:sp>
        <p:nvSpPr>
          <p:cNvPr id="141" name="Google Shape;141;p17"/>
          <p:cNvSpPr txBox="1">
            <a:spLocks noGrp="1"/>
          </p:cNvSpPr>
          <p:nvPr>
            <p:ph type="body" idx="1"/>
          </p:nvPr>
        </p:nvSpPr>
        <p:spPr>
          <a:xfrm>
            <a:off x="866215" y="4152499"/>
            <a:ext cx="6619244" cy="370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720"/>
              <a:buNone/>
              <a:defRPr sz="90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720"/>
              <a:buNone/>
              <a:defRPr sz="900"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9pPr>
          </a:lstStyle>
          <a:p>
            <a:endParaRPr/>
          </a:p>
        </p:txBody>
      </p:sp>
      <p:sp>
        <p:nvSpPr>
          <p:cNvPr id="142" name="Google Shape;142;p17"/>
          <p:cNvSpPr txBox="1">
            <a:spLocks noGrp="1"/>
          </p:cNvSpPr>
          <p:nvPr>
            <p:ph type="dt" idx="10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7"/>
          <p:cNvSpPr txBox="1">
            <a:spLocks noGrp="1"/>
          </p:cNvSpPr>
          <p:nvPr>
            <p:ph type="ftr" idx="11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7"/>
          <p:cNvSpPr txBox="1">
            <a:spLocks noGrp="1"/>
          </p:cNvSpPr>
          <p:nvPr>
            <p:ph type="sldNum" idx="12"/>
          </p:nvPr>
        </p:nvSpPr>
        <p:spPr>
          <a:xfrm>
            <a:off x="7764406" y="221797"/>
            <a:ext cx="628649" cy="57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и подпись">
  <p:cSld name="Заголовок и подпись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1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8" name="Google Shape;148;p1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8"/>
                  </a:srgbClr>
                </a:gs>
                <a:gs pos="36000">
                  <a:srgbClr val="9B6BF2">
                    <a:alpha val="7059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9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8"/>
                  </a:srgbClr>
                </a:gs>
                <a:gs pos="36000">
                  <a:srgbClr val="9B6BF2">
                    <a:alpha val="7059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8"/>
            <p:cNvSpPr/>
            <p:nvPr/>
          </p:nvSpPr>
          <p:spPr>
            <a:xfrm rot="-589932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 extrusionOk="0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56" name="Google Shape;156;p18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57" name="Google Shape;157;p18"/>
          <p:cNvSpPr txBox="1"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Consolas"/>
              <a:buNone/>
              <a:defRPr sz="3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8"/>
          <p:cNvSpPr txBox="1">
            <a:spLocks noGrp="1"/>
          </p:cNvSpPr>
          <p:nvPr>
            <p:ph type="body" idx="1"/>
          </p:nvPr>
        </p:nvSpPr>
        <p:spPr>
          <a:xfrm>
            <a:off x="866216" y="2657475"/>
            <a:ext cx="6619244" cy="185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/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720"/>
              <a:buNone/>
              <a:defRPr sz="900"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9pPr>
          </a:lstStyle>
          <a:p>
            <a:endParaRPr/>
          </a:p>
        </p:txBody>
      </p:sp>
      <p:sp>
        <p:nvSpPr>
          <p:cNvPr id="159" name="Google Shape;159;p18"/>
          <p:cNvSpPr txBox="1">
            <a:spLocks noGrp="1"/>
          </p:cNvSpPr>
          <p:nvPr>
            <p:ph type="dt" idx="10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ftr" idx="11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sldNum" idx="12"/>
          </p:nvPr>
        </p:nvSpPr>
        <p:spPr>
          <a:xfrm>
            <a:off x="7764406" y="221797"/>
            <a:ext cx="628649" cy="57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Цитата с подписью">
  <p:cSld name="Цитата с подписью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9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65" name="Google Shape;165;p1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8"/>
                  </a:srgbClr>
                </a:gs>
                <a:gs pos="36000">
                  <a:srgbClr val="9B6BF2">
                    <a:alpha val="7059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9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8"/>
                  </a:srgbClr>
                </a:gs>
                <a:gs pos="36000">
                  <a:srgbClr val="9B6BF2">
                    <a:alpha val="7059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9"/>
            <p:cNvSpPr/>
            <p:nvPr/>
          </p:nvSpPr>
          <p:spPr>
            <a:xfrm rot="-589932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9"/>
            <p:cNvSpPr/>
            <p:nvPr/>
          </p:nvSpPr>
          <p:spPr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73" name="Google Shape;173;p19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74" name="Google Shape;174;p19"/>
          <p:cNvSpPr txBox="1"/>
          <p:nvPr/>
        </p:nvSpPr>
        <p:spPr>
          <a:xfrm>
            <a:off x="661175" y="455502"/>
            <a:ext cx="60143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200" b="0" i="0" u="none" strike="noStrike" cap="none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7413344" y="1960341"/>
            <a:ext cx="48957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200" b="0" i="0" u="none" strike="noStrike" cap="none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76" name="Google Shape;176;p19"/>
          <p:cNvSpPr txBox="1"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Consolas"/>
              <a:buNone/>
              <a:defRPr sz="3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9"/>
          <p:cNvSpPr txBox="1">
            <a:spLocks noGrp="1"/>
          </p:cNvSpPr>
          <p:nvPr>
            <p:ph type="body" idx="1"/>
          </p:nvPr>
        </p:nvSpPr>
        <p:spPr>
          <a:xfrm>
            <a:off x="1459459" y="2759074"/>
            <a:ext cx="5798414" cy="25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 b="0" i="0" cap="small">
                <a:solidFill>
                  <a:srgbClr val="EE52A4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720"/>
              <a:buNone/>
              <a:defRPr sz="900"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9pPr>
          </a:lstStyle>
          <a:p>
            <a:endParaRPr/>
          </a:p>
        </p:txBody>
      </p:sp>
      <p:sp>
        <p:nvSpPr>
          <p:cNvPr id="178" name="Google Shape;178;p19"/>
          <p:cNvSpPr txBox="1">
            <a:spLocks noGrp="1"/>
          </p:cNvSpPr>
          <p:nvPr>
            <p:ph type="body" idx="2"/>
          </p:nvPr>
        </p:nvSpPr>
        <p:spPr>
          <a:xfrm>
            <a:off x="866216" y="3771899"/>
            <a:ext cx="6933673" cy="74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/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720"/>
              <a:buNone/>
              <a:defRPr sz="900"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9pPr>
          </a:lstStyle>
          <a:p>
            <a:endParaRPr/>
          </a:p>
        </p:txBody>
      </p:sp>
      <p:sp>
        <p:nvSpPr>
          <p:cNvPr id="179" name="Google Shape;179;p19"/>
          <p:cNvSpPr txBox="1">
            <a:spLocks noGrp="1"/>
          </p:cNvSpPr>
          <p:nvPr>
            <p:ph type="dt" idx="10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9"/>
          <p:cNvSpPr txBox="1">
            <a:spLocks noGrp="1"/>
          </p:cNvSpPr>
          <p:nvPr>
            <p:ph type="ftr" idx="11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9"/>
          <p:cNvSpPr txBox="1">
            <a:spLocks noGrp="1"/>
          </p:cNvSpPr>
          <p:nvPr>
            <p:ph type="sldNum" idx="12"/>
          </p:nvPr>
        </p:nvSpPr>
        <p:spPr>
          <a:xfrm>
            <a:off x="7764406" y="221797"/>
            <a:ext cx="628649" cy="57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Карточка имени">
  <p:cSld name="Карточка имени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20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85" name="Google Shape;185;p2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8"/>
                  </a:srgbClr>
                </a:gs>
                <a:gs pos="36000">
                  <a:srgbClr val="9B6BF2">
                    <a:alpha val="7059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9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8"/>
                  </a:srgbClr>
                </a:gs>
                <a:gs pos="36000">
                  <a:srgbClr val="9B6BF2">
                    <a:alpha val="7059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0"/>
            <p:cNvSpPr/>
            <p:nvPr/>
          </p:nvSpPr>
          <p:spPr>
            <a:xfrm rot="-589932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93" name="Google Shape;193;p20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94" name="Google Shape;194;p20"/>
          <p:cNvSpPr txBox="1"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Consolas"/>
              <a:buNone/>
              <a:defRPr sz="3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0"/>
          <p:cNvSpPr txBox="1"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500" cap="none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20"/>
          <p:cNvSpPr txBox="1">
            <a:spLocks noGrp="1"/>
          </p:cNvSpPr>
          <p:nvPr>
            <p:ph type="dt" idx="10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0"/>
          <p:cNvSpPr txBox="1">
            <a:spLocks noGrp="1"/>
          </p:cNvSpPr>
          <p:nvPr>
            <p:ph type="ftr" idx="11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0"/>
          <p:cNvSpPr txBox="1">
            <a:spLocks noGrp="1"/>
          </p:cNvSpPr>
          <p:nvPr>
            <p:ph type="sldNum" idx="12"/>
          </p:nvPr>
        </p:nvSpPr>
        <p:spPr>
          <a:xfrm>
            <a:off x="7764406" y="221797"/>
            <a:ext cx="628649" cy="57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ри колонки">
  <p:cSld name="Три колонки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Consolas"/>
              <a:buNone/>
              <a:defRPr sz="27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1"/>
          <p:cNvSpPr txBox="1"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1440"/>
              <a:buNone/>
              <a:defRPr sz="18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 b="1"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9pPr>
          </a:lstStyle>
          <a:p>
            <a:endParaRPr/>
          </a:p>
        </p:txBody>
      </p:sp>
      <p:sp>
        <p:nvSpPr>
          <p:cNvPr id="203" name="Google Shape;203;p21"/>
          <p:cNvSpPr txBox="1">
            <a:spLocks noGrp="1"/>
          </p:cNvSpPr>
          <p:nvPr>
            <p:ph type="body" idx="2"/>
          </p:nvPr>
        </p:nvSpPr>
        <p:spPr>
          <a:xfrm>
            <a:off x="866215" y="2384823"/>
            <a:ext cx="2356409" cy="2135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/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720"/>
              <a:buNone/>
              <a:defRPr sz="900"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9pPr>
          </a:lstStyle>
          <a:p>
            <a:endParaRPr/>
          </a:p>
        </p:txBody>
      </p:sp>
      <p:sp>
        <p:nvSpPr>
          <p:cNvPr id="204" name="Google Shape;204;p21"/>
          <p:cNvSpPr txBox="1">
            <a:spLocks noGrp="1"/>
          </p:cNvSpPr>
          <p:nvPr>
            <p:ph type="body" idx="3"/>
          </p:nvPr>
        </p:nvSpPr>
        <p:spPr>
          <a:xfrm>
            <a:off x="3384541" y="1952625"/>
            <a:ext cx="2360257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1440"/>
              <a:buNone/>
              <a:defRPr sz="18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 b="1"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9pPr>
          </a:lstStyle>
          <a:p>
            <a:endParaRPr/>
          </a:p>
        </p:txBody>
      </p:sp>
      <p:sp>
        <p:nvSpPr>
          <p:cNvPr id="205" name="Google Shape;205;p21"/>
          <p:cNvSpPr txBox="1">
            <a:spLocks noGrp="1"/>
          </p:cNvSpPr>
          <p:nvPr>
            <p:ph type="body" idx="4"/>
          </p:nvPr>
        </p:nvSpPr>
        <p:spPr>
          <a:xfrm>
            <a:off x="3384541" y="2384823"/>
            <a:ext cx="2360257" cy="2135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/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720"/>
              <a:buNone/>
              <a:defRPr sz="900"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9pPr>
          </a:lstStyle>
          <a:p>
            <a:endParaRPr/>
          </a:p>
        </p:txBody>
      </p:sp>
      <p:sp>
        <p:nvSpPr>
          <p:cNvPr id="206" name="Google Shape;206;p21"/>
          <p:cNvSpPr txBox="1">
            <a:spLocks noGrp="1"/>
          </p:cNvSpPr>
          <p:nvPr>
            <p:ph type="body" idx="5"/>
          </p:nvPr>
        </p:nvSpPr>
        <p:spPr>
          <a:xfrm>
            <a:off x="5916101" y="1952626"/>
            <a:ext cx="2359298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1440"/>
              <a:buNone/>
              <a:defRPr sz="18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 b="1"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9pPr>
          </a:lstStyle>
          <a:p>
            <a:endParaRPr/>
          </a:p>
        </p:txBody>
      </p:sp>
      <p:sp>
        <p:nvSpPr>
          <p:cNvPr id="207" name="Google Shape;207;p21"/>
          <p:cNvSpPr txBox="1">
            <a:spLocks noGrp="1"/>
          </p:cNvSpPr>
          <p:nvPr>
            <p:ph type="body" idx="6"/>
          </p:nvPr>
        </p:nvSpPr>
        <p:spPr>
          <a:xfrm>
            <a:off x="5916247" y="2384822"/>
            <a:ext cx="2359152" cy="2135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/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720"/>
              <a:buNone/>
              <a:defRPr sz="900"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9pPr>
          </a:lstStyle>
          <a:p>
            <a:endParaRPr/>
          </a:p>
        </p:txBody>
      </p:sp>
      <p:cxnSp>
        <p:nvCxnSpPr>
          <p:cNvPr id="208" name="Google Shape;208;p21"/>
          <p:cNvCxnSpPr/>
          <p:nvPr/>
        </p:nvCxnSpPr>
        <p:spPr>
          <a:xfrm>
            <a:off x="3302978" y="1927225"/>
            <a:ext cx="0" cy="2619374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9" name="Google Shape;209;p21"/>
          <p:cNvCxnSpPr/>
          <p:nvPr/>
        </p:nvCxnSpPr>
        <p:spPr>
          <a:xfrm>
            <a:off x="5829301" y="1927225"/>
            <a:ext cx="0" cy="2619374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0" name="Google Shape;210;p21"/>
          <p:cNvSpPr txBox="1">
            <a:spLocks noGrp="1"/>
          </p:cNvSpPr>
          <p:nvPr>
            <p:ph type="dt" idx="10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1"/>
          <p:cNvSpPr txBox="1">
            <a:spLocks noGrp="1"/>
          </p:cNvSpPr>
          <p:nvPr>
            <p:ph type="ftr" idx="11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1"/>
          <p:cNvSpPr txBox="1">
            <a:spLocks noGrp="1"/>
          </p:cNvSpPr>
          <p:nvPr>
            <p:ph type="sldNum" idx="12"/>
          </p:nvPr>
        </p:nvSpPr>
        <p:spPr>
          <a:xfrm>
            <a:off x="7764406" y="221797"/>
            <a:ext cx="628649" cy="57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толбец с тремя рисунками">
  <p:cSld name="Столбец с тремя рисунками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Consolas"/>
              <a:buNone/>
              <a:defRPr sz="27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22"/>
          <p:cNvSpPr txBox="1"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1440"/>
              <a:buNone/>
              <a:defRPr sz="18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 b="1"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9pPr>
          </a:lstStyle>
          <a:p>
            <a:endParaRPr/>
          </a:p>
        </p:txBody>
      </p:sp>
      <p:sp>
        <p:nvSpPr>
          <p:cNvPr id="216" name="Google Shape;216;p22"/>
          <p:cNvSpPr>
            <a:spLocks noGrp="1"/>
          </p:cNvSpPr>
          <p:nvPr>
            <p:ph type="pic" idx="2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3137"/>
              </a:srgbClr>
            </a:outerShdw>
          </a:effectLst>
        </p:spPr>
      </p:sp>
      <p:sp>
        <p:nvSpPr>
          <p:cNvPr id="217" name="Google Shape;217;p22"/>
          <p:cNvSpPr txBox="1">
            <a:spLocks noGrp="1"/>
          </p:cNvSpPr>
          <p:nvPr>
            <p:ph type="body" idx="3"/>
          </p:nvPr>
        </p:nvSpPr>
        <p:spPr>
          <a:xfrm>
            <a:off x="866215" y="3831830"/>
            <a:ext cx="2287829" cy="688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/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720"/>
              <a:buNone/>
              <a:defRPr sz="900"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9pPr>
          </a:lstStyle>
          <a:p>
            <a:endParaRPr/>
          </a:p>
        </p:txBody>
      </p:sp>
      <p:sp>
        <p:nvSpPr>
          <p:cNvPr id="218" name="Google Shape;218;p22"/>
          <p:cNvSpPr txBox="1">
            <a:spLocks noGrp="1"/>
          </p:cNvSpPr>
          <p:nvPr>
            <p:ph type="body" idx="4"/>
          </p:nvPr>
        </p:nvSpPr>
        <p:spPr>
          <a:xfrm>
            <a:off x="3426649" y="3399634"/>
            <a:ext cx="2287829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1440"/>
              <a:buNone/>
              <a:defRPr sz="18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 b="1"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9pPr>
          </a:lstStyle>
          <a:p>
            <a:endParaRPr/>
          </a:p>
        </p:txBody>
      </p:sp>
      <p:sp>
        <p:nvSpPr>
          <p:cNvPr id="219" name="Google Shape;219;p22"/>
          <p:cNvSpPr>
            <a:spLocks noGrp="1"/>
          </p:cNvSpPr>
          <p:nvPr>
            <p:ph type="pic" idx="5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3137"/>
              </a:srgbClr>
            </a:outerShdw>
          </a:effectLst>
        </p:spPr>
      </p:sp>
      <p:sp>
        <p:nvSpPr>
          <p:cNvPr id="220" name="Google Shape;220;p22"/>
          <p:cNvSpPr txBox="1">
            <a:spLocks noGrp="1"/>
          </p:cNvSpPr>
          <p:nvPr>
            <p:ph type="body" idx="6"/>
          </p:nvPr>
        </p:nvSpPr>
        <p:spPr>
          <a:xfrm>
            <a:off x="3427629" y="3831829"/>
            <a:ext cx="2287829" cy="688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/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720"/>
              <a:buNone/>
              <a:defRPr sz="900"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9pPr>
          </a:lstStyle>
          <a:p>
            <a:endParaRPr/>
          </a:p>
        </p:txBody>
      </p:sp>
      <p:sp>
        <p:nvSpPr>
          <p:cNvPr id="221" name="Google Shape;221;p22"/>
          <p:cNvSpPr txBox="1">
            <a:spLocks noGrp="1"/>
          </p:cNvSpPr>
          <p:nvPr>
            <p:ph type="body" idx="7"/>
          </p:nvPr>
        </p:nvSpPr>
        <p:spPr>
          <a:xfrm>
            <a:off x="5987082" y="3399634"/>
            <a:ext cx="2288321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1440"/>
              <a:buNone/>
              <a:defRPr sz="18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 b="1"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 b="1"/>
            </a:lvl9pPr>
          </a:lstStyle>
          <a:p>
            <a:endParaRPr/>
          </a:p>
        </p:txBody>
      </p:sp>
      <p:sp>
        <p:nvSpPr>
          <p:cNvPr id="222" name="Google Shape;222;p22"/>
          <p:cNvSpPr>
            <a:spLocks noGrp="1"/>
          </p:cNvSpPr>
          <p:nvPr>
            <p:ph type="pic" idx="8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3137"/>
              </a:srgbClr>
            </a:outerShdw>
          </a:effectLst>
        </p:spPr>
      </p:sp>
      <p:sp>
        <p:nvSpPr>
          <p:cNvPr id="223" name="Google Shape;223;p22"/>
          <p:cNvSpPr txBox="1">
            <a:spLocks noGrp="1"/>
          </p:cNvSpPr>
          <p:nvPr>
            <p:ph type="body" idx="9"/>
          </p:nvPr>
        </p:nvSpPr>
        <p:spPr>
          <a:xfrm>
            <a:off x="5987081" y="3831828"/>
            <a:ext cx="2288322" cy="688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/>
            </a:lvl1pPr>
            <a:lvl2pPr marL="914400" lvl="1" indent="-228600" algn="l">
              <a:spcBef>
                <a:spcPts val="750"/>
              </a:spcBef>
              <a:spcAft>
                <a:spcPts val="0"/>
              </a:spcAft>
              <a:buSzPts val="720"/>
              <a:buNone/>
              <a:defRPr sz="900"/>
            </a:lvl2pPr>
            <a:lvl3pPr marL="1371600" lvl="2" indent="-2286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3pPr>
            <a:lvl4pPr marL="1828800" lvl="3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4pPr>
            <a:lvl5pPr marL="2286000" lvl="4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5pPr>
            <a:lvl6pPr marL="2743200" lvl="5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6pPr>
            <a:lvl7pPr marL="3200400" lvl="6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7pPr>
            <a:lvl8pPr marL="3657600" lvl="7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8pPr>
            <a:lvl9pPr marL="4114800" lvl="8" indent="-228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9pPr>
          </a:lstStyle>
          <a:p>
            <a:endParaRPr/>
          </a:p>
        </p:txBody>
      </p:sp>
      <p:cxnSp>
        <p:nvCxnSpPr>
          <p:cNvPr id="224" name="Google Shape;224;p22"/>
          <p:cNvCxnSpPr/>
          <p:nvPr/>
        </p:nvCxnSpPr>
        <p:spPr>
          <a:xfrm>
            <a:off x="3304373" y="1927225"/>
            <a:ext cx="0" cy="2619374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5" name="Google Shape;225;p22"/>
          <p:cNvCxnSpPr/>
          <p:nvPr/>
        </p:nvCxnSpPr>
        <p:spPr>
          <a:xfrm>
            <a:off x="5848352" y="1927225"/>
            <a:ext cx="0" cy="2619374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6" name="Google Shape;226;p22"/>
          <p:cNvSpPr txBox="1">
            <a:spLocks noGrp="1"/>
          </p:cNvSpPr>
          <p:nvPr>
            <p:ph type="dt" idx="10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2"/>
          <p:cNvSpPr txBox="1">
            <a:spLocks noGrp="1"/>
          </p:cNvSpPr>
          <p:nvPr>
            <p:ph type="ftr" idx="11"/>
          </p:nvPr>
        </p:nvSpPr>
        <p:spPr>
          <a:xfrm>
            <a:off x="420833" y="4793879"/>
            <a:ext cx="2733212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2"/>
          <p:cNvSpPr txBox="1">
            <a:spLocks noGrp="1"/>
          </p:cNvSpPr>
          <p:nvPr>
            <p:ph type="sldNum" idx="12"/>
          </p:nvPr>
        </p:nvSpPr>
        <p:spPr>
          <a:xfrm>
            <a:off x="7764406" y="221797"/>
            <a:ext cx="628649" cy="57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3"/>
          <p:cNvSpPr txBox="1">
            <a:spLocks noGrp="1"/>
          </p:cNvSpPr>
          <p:nvPr>
            <p:ph type="body" idx="1"/>
          </p:nvPr>
        </p:nvSpPr>
        <p:spPr>
          <a:xfrm rot="5400000">
            <a:off x="2894726" y="-75885"/>
            <a:ext cx="2562225" cy="6619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32" name="Google Shape;232;p23"/>
          <p:cNvSpPr txBox="1">
            <a:spLocks noGrp="1"/>
          </p:cNvSpPr>
          <p:nvPr>
            <p:ph type="dt" idx="10"/>
          </p:nvPr>
        </p:nvSpPr>
        <p:spPr>
          <a:xfrm>
            <a:off x="8021580" y="4793879"/>
            <a:ext cx="742949" cy="22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23"/>
          <p:cNvSpPr txBox="1">
            <a:spLocks noGrp="1"/>
          </p:cNvSpPr>
          <p:nvPr>
            <p:ph type="ftr" idx="11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23"/>
          <p:cNvSpPr txBox="1">
            <a:spLocks noGrp="1"/>
          </p:cNvSpPr>
          <p:nvPr>
            <p:ph type="sldNum" idx="12"/>
          </p:nvPr>
        </p:nvSpPr>
        <p:spPr>
          <a:xfrm>
            <a:off x="7764406" y="221797"/>
            <a:ext cx="628649" cy="57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Вертикальный заголовок и текст" type="vertTitleAndTx">
  <p:cSld name="VERTICAL_TITLE_AND_VERTICAL_TEXT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24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237" name="Google Shape;237;p2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8"/>
                  </a:srgbClr>
                </a:gs>
                <a:gs pos="36000">
                  <a:srgbClr val="9B6BF2">
                    <a:alpha val="7059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9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8"/>
                  </a:srgbClr>
                </a:gs>
                <a:gs pos="36000">
                  <a:srgbClr val="9B6BF2">
                    <a:alpha val="7059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4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4"/>
            <p:cNvSpPr/>
            <p:nvPr/>
          </p:nvSpPr>
          <p:spPr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4"/>
            <p:cNvSpPr/>
            <p:nvPr/>
          </p:nvSpPr>
          <p:spPr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46" name="Google Shape;246;p24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247" name="Google Shape;247;p24"/>
          <p:cNvSpPr txBox="1">
            <a:spLocks noGrp="1"/>
          </p:cNvSpPr>
          <p:nvPr>
            <p:ph type="title"/>
          </p:nvPr>
        </p:nvSpPr>
        <p:spPr>
          <a:xfrm rot="5400000">
            <a:off x="5186943" y="2210835"/>
            <a:ext cx="3561443" cy="1057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24"/>
          <p:cNvSpPr txBox="1">
            <a:spLocks noGrp="1"/>
          </p:cNvSpPr>
          <p:nvPr>
            <p:ph type="body" idx="1"/>
          </p:nvPr>
        </p:nvSpPr>
        <p:spPr>
          <a:xfrm rot="5400000">
            <a:off x="1431504" y="393562"/>
            <a:ext cx="3561443" cy="4692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49" name="Google Shape;249;p24"/>
          <p:cNvSpPr txBox="1">
            <a:spLocks noGrp="1"/>
          </p:cNvSpPr>
          <p:nvPr>
            <p:ph type="dt" idx="10"/>
          </p:nvPr>
        </p:nvSpPr>
        <p:spPr>
          <a:xfrm>
            <a:off x="7989829" y="4793879"/>
            <a:ext cx="744101" cy="22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24"/>
          <p:cNvSpPr txBox="1">
            <a:spLocks noGrp="1"/>
          </p:cNvSpPr>
          <p:nvPr>
            <p:ph type="ftr" idx="11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24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4"/>
          <p:cNvSpPr txBox="1">
            <a:spLocks noGrp="1"/>
          </p:cNvSpPr>
          <p:nvPr>
            <p:ph type="sldNum" idx="12"/>
          </p:nvPr>
        </p:nvSpPr>
        <p:spPr>
          <a:xfrm>
            <a:off x="7764406" y="221797"/>
            <a:ext cx="628649" cy="57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>
  <p:cSld name="1_Заголовок и объект 2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/>
          <p:nvPr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0">
                <a:srgbClr val="0C056D"/>
              </a:gs>
              <a:gs pos="2597">
                <a:srgbClr val="0C056D"/>
              </a:gs>
              <a:gs pos="100000">
                <a:srgbClr val="5A90BE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8560" y="137993"/>
            <a:ext cx="1402964" cy="3246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6" name="Google Shape;256;p25"/>
          <p:cNvGrpSpPr/>
          <p:nvPr/>
        </p:nvGrpSpPr>
        <p:grpSpPr>
          <a:xfrm>
            <a:off x="254791" y="670273"/>
            <a:ext cx="8615773" cy="3797268"/>
            <a:chOff x="731520" y="670560"/>
            <a:chExt cx="8075850" cy="3559305"/>
          </a:xfrm>
        </p:grpSpPr>
        <p:grpSp>
          <p:nvGrpSpPr>
            <p:cNvPr id="257" name="Google Shape;257;p25"/>
            <p:cNvGrpSpPr/>
            <p:nvPr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</p:grpSpPr>
          <p:sp>
            <p:nvSpPr>
              <p:cNvPr id="258" name="Google Shape;258;p25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25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25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25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25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25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25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25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25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25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25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25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0" name="Google Shape;270;p25"/>
            <p:cNvGrpSpPr/>
            <p:nvPr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</p:grpSpPr>
          <p:sp>
            <p:nvSpPr>
              <p:cNvPr id="271" name="Google Shape;271;p25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25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25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25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25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25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25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25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25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25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25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25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3" name="Google Shape;283;p25"/>
            <p:cNvGrpSpPr/>
            <p:nvPr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</p:grpSpPr>
          <p:sp>
            <p:nvSpPr>
              <p:cNvPr id="284" name="Google Shape;284;p25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25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25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25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25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25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25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25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25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25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25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25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6" name="Google Shape;296;p25"/>
            <p:cNvGrpSpPr/>
            <p:nvPr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</p:grpSpPr>
          <p:sp>
            <p:nvSpPr>
              <p:cNvPr id="297" name="Google Shape;297;p25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25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25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25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25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25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25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25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25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25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25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25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9" name="Google Shape;309;p25"/>
            <p:cNvGrpSpPr/>
            <p:nvPr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</p:grpSpPr>
          <p:sp>
            <p:nvSpPr>
              <p:cNvPr id="310" name="Google Shape;310;p25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25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25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25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25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25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25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25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25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25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25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25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2" name="Google Shape;322;p25"/>
            <p:cNvGrpSpPr/>
            <p:nvPr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</p:grpSpPr>
          <p:sp>
            <p:nvSpPr>
              <p:cNvPr id="323" name="Google Shape;323;p25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25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25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25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25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25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25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25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25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25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25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25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35" name="Google Shape;335;p25"/>
          <p:cNvSpPr txBox="1"/>
          <p:nvPr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ru-RU"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>
  <p:cSld name="1_Заголовок и объект 3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"/>
          <p:cNvSpPr/>
          <p:nvPr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0">
                <a:srgbClr val="F25D9C"/>
              </a:gs>
              <a:gs pos="100000">
                <a:srgbClr val="F8ADCD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8560" y="137993"/>
            <a:ext cx="1402964" cy="3246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9" name="Google Shape;339;p26"/>
          <p:cNvGrpSpPr/>
          <p:nvPr/>
        </p:nvGrpSpPr>
        <p:grpSpPr>
          <a:xfrm>
            <a:off x="254791" y="670273"/>
            <a:ext cx="8615773" cy="3797268"/>
            <a:chOff x="731520" y="670560"/>
            <a:chExt cx="8075850" cy="3559305"/>
          </a:xfrm>
        </p:grpSpPr>
        <p:grpSp>
          <p:nvGrpSpPr>
            <p:cNvPr id="340" name="Google Shape;340;p26"/>
            <p:cNvGrpSpPr/>
            <p:nvPr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</p:grpSpPr>
          <p:sp>
            <p:nvSpPr>
              <p:cNvPr id="341" name="Google Shape;341;p26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26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26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26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26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26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3" name="Google Shape;353;p26"/>
            <p:cNvGrpSpPr/>
            <p:nvPr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</p:grpSpPr>
          <p:sp>
            <p:nvSpPr>
              <p:cNvPr id="354" name="Google Shape;354;p26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26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26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26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26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26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26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26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26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26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26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26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6" name="Google Shape;366;p26"/>
            <p:cNvGrpSpPr/>
            <p:nvPr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</p:grpSpPr>
          <p:sp>
            <p:nvSpPr>
              <p:cNvPr id="367" name="Google Shape;367;p26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26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26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26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26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26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26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26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26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26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26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26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9" name="Google Shape;379;p26"/>
            <p:cNvGrpSpPr/>
            <p:nvPr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</p:grpSpPr>
          <p:sp>
            <p:nvSpPr>
              <p:cNvPr id="380" name="Google Shape;380;p26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26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26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26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26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26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26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26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26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26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26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26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2" name="Google Shape;392;p26"/>
            <p:cNvGrpSpPr/>
            <p:nvPr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</p:grpSpPr>
          <p:sp>
            <p:nvSpPr>
              <p:cNvPr id="393" name="Google Shape;393;p26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26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26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26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26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26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26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26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26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26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26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26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5" name="Google Shape;405;p26"/>
            <p:cNvGrpSpPr/>
            <p:nvPr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</p:grpSpPr>
          <p:sp>
            <p:nvSpPr>
              <p:cNvPr id="406" name="Google Shape;406;p26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26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26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26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26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26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26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26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26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26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26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26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18" name="Google Shape;418;p26"/>
          <p:cNvSpPr txBox="1"/>
          <p:nvPr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ru-RU" sz="1050" b="0" i="0" u="none" strike="noStrike" cap="non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>
  <p:cSld name="1_Заголовок и объект 4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8560" y="137993"/>
            <a:ext cx="1402964" cy="3246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1" name="Google Shape;421;p27"/>
          <p:cNvGrpSpPr/>
          <p:nvPr/>
        </p:nvGrpSpPr>
        <p:grpSpPr>
          <a:xfrm>
            <a:off x="254791" y="670273"/>
            <a:ext cx="8615773" cy="3797268"/>
            <a:chOff x="731520" y="670560"/>
            <a:chExt cx="8075850" cy="3559305"/>
          </a:xfrm>
        </p:grpSpPr>
        <p:grpSp>
          <p:nvGrpSpPr>
            <p:cNvPr id="422" name="Google Shape;422;p27"/>
            <p:cNvGrpSpPr/>
            <p:nvPr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</p:grpSpPr>
          <p:sp>
            <p:nvSpPr>
              <p:cNvPr id="423" name="Google Shape;423;p27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27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27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27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27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27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27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27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27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27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27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27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5" name="Google Shape;435;p27"/>
            <p:cNvGrpSpPr/>
            <p:nvPr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</p:grpSpPr>
          <p:sp>
            <p:nvSpPr>
              <p:cNvPr id="436" name="Google Shape;436;p27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27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27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27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27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27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27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27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27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27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27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27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8" name="Google Shape;448;p27"/>
            <p:cNvGrpSpPr/>
            <p:nvPr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</p:grpSpPr>
          <p:sp>
            <p:nvSpPr>
              <p:cNvPr id="449" name="Google Shape;449;p27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27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27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27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27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27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27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27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27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27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27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27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1" name="Google Shape;461;p27"/>
            <p:cNvGrpSpPr/>
            <p:nvPr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</p:grpSpPr>
          <p:sp>
            <p:nvSpPr>
              <p:cNvPr id="462" name="Google Shape;462;p27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27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27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27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27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27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27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27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27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27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27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27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4" name="Google Shape;474;p27"/>
            <p:cNvGrpSpPr/>
            <p:nvPr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</p:grpSpPr>
          <p:sp>
            <p:nvSpPr>
              <p:cNvPr id="475" name="Google Shape;475;p27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27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27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27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27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27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27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27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27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27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27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27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7" name="Google Shape;487;p27"/>
            <p:cNvGrpSpPr/>
            <p:nvPr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</p:grpSpPr>
          <p:sp>
            <p:nvSpPr>
              <p:cNvPr id="488" name="Google Shape;488;p27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27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27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27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7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27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27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27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27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27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27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27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00" name="Google Shape;500;p27"/>
          <p:cNvSpPr txBox="1"/>
          <p:nvPr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ru-RU" sz="1050" b="0" i="0" u="none" strike="noStrike" cap="none">
                <a:solidFill>
                  <a:srgbClr val="00549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549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1_Титульный слайд 2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Google Shape;502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717"/>
            <a:ext cx="9143999" cy="5140783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8"/>
          <p:cNvSpPr txBox="1"/>
          <p:nvPr/>
        </p:nvSpPr>
        <p:spPr>
          <a:xfrm>
            <a:off x="8528550" y="4817130"/>
            <a:ext cx="450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ru-RU" sz="1050" b="0" i="0" u="none" strike="noStrike" cap="none">
                <a:solidFill>
                  <a:srgbClr val="F25D9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F25D9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5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Google Shape;7;p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;p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10196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;p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;p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8"/>
                  </a:srgbClr>
                </a:gs>
                <a:gs pos="36000">
                  <a:srgbClr val="9B6BF2">
                    <a:alpha val="7059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7059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5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4118"/>
                  </a:srgbClr>
                </a:gs>
                <a:gs pos="36000">
                  <a:srgbClr val="9B6BF2">
                    <a:alpha val="7059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5"/>
            <p:cNvSpPr/>
            <p:nvPr/>
          </p:nvSpPr>
          <p:spPr>
            <a:xfrm rot="-589932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5"/>
            <p:cNvSpPr/>
            <p:nvPr/>
          </p:nvSpPr>
          <p:spPr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5" name="Google Shape;15;p5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6" name="Google Shape;16;p5"/>
          <p:cNvSpPr txBox="1"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Consolas"/>
              <a:buNone/>
              <a:defRPr sz="2700" b="0" i="0" u="none" strike="noStrike" cap="none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97180" algn="l" rtl="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►"/>
              <a:defRPr sz="1350" b="0" i="0" u="none" strike="noStrike" cap="none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marR="0" lvl="1" indent="-289560" algn="l" rtl="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marL="1371600" marR="0" lvl="2" indent="-281940" algn="l" rtl="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►"/>
              <a:defRPr sz="1050" b="0" i="0" u="none" strike="noStrike" cap="none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marL="1828800" marR="0" lvl="3" indent="-274320" algn="l" rtl="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marL="2286000" marR="0" lvl="4" indent="-274320" algn="l" rtl="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marL="2743200" marR="0" lvl="5" indent="-274320" algn="l" rtl="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marL="3200400" marR="0" lvl="6" indent="-274320" algn="l" rtl="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marL="3657600" marR="0" lvl="7" indent="-274320" algn="l" rtl="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marL="4114800" marR="0" lvl="8" indent="-274320" algn="l" rtl="0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5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5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7764406" y="221797"/>
            <a:ext cx="628649" cy="57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"/>
          <p:cNvSpPr/>
          <p:nvPr/>
        </p:nvSpPr>
        <p:spPr>
          <a:xfrm>
            <a:off x="-125" y="0"/>
            <a:ext cx="9144000" cy="5143500"/>
          </a:xfrm>
          <a:prstGeom prst="rect">
            <a:avLst/>
          </a:prstGeom>
          <a:gradFill>
            <a:gsLst>
              <a:gs pos="0">
                <a:srgbClr val="7030A0">
                  <a:alpha val="90196"/>
                </a:srgbClr>
              </a:gs>
              <a:gs pos="866">
                <a:srgbClr val="7030A0">
                  <a:alpha val="90196"/>
                </a:srgbClr>
              </a:gs>
              <a:gs pos="33000">
                <a:srgbClr val="7732A0">
                  <a:alpha val="85098"/>
                </a:srgbClr>
              </a:gs>
              <a:gs pos="66000">
                <a:srgbClr val="7F35A0">
                  <a:alpha val="83137"/>
                </a:srgbClr>
              </a:gs>
              <a:gs pos="100000">
                <a:srgbClr val="F25D9C">
                  <a:alpha val="80000"/>
                </a:srgbClr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"/>
          <p:cNvSpPr txBox="1"/>
          <p:nvPr/>
        </p:nvSpPr>
        <p:spPr>
          <a:xfrm>
            <a:off x="402853" y="1142675"/>
            <a:ext cx="5872957" cy="1103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Mountain Studios, Ltd.</a:t>
            </a:r>
            <a:endParaRPr sz="36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«Привет, Код»</a:t>
            </a:r>
            <a:endParaRPr sz="36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0" name="Google Shape;510;p1"/>
          <p:cNvSpPr txBox="1"/>
          <p:nvPr/>
        </p:nvSpPr>
        <p:spPr>
          <a:xfrm>
            <a:off x="4574779" y="3715421"/>
            <a:ext cx="410413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Марасанова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Елена Вячеславовна, </a:t>
            </a:r>
            <a:endParaRPr sz="1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Педагог дополнительного образования</a:t>
            </a:r>
            <a:endParaRPr sz="1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511" name="Google Shape;511;p1"/>
          <p:cNvGrpSpPr/>
          <p:nvPr/>
        </p:nvGrpSpPr>
        <p:grpSpPr>
          <a:xfrm>
            <a:off x="303478" y="2420275"/>
            <a:ext cx="3169925" cy="709522"/>
            <a:chOff x="579120" y="2415540"/>
            <a:chExt cx="5273040" cy="709522"/>
          </a:xfrm>
        </p:grpSpPr>
        <p:sp>
          <p:nvSpPr>
            <p:cNvPr id="512" name="Google Shape;512;p1"/>
            <p:cNvSpPr/>
            <p:nvPr/>
          </p:nvSpPr>
          <p:spPr>
            <a:xfrm>
              <a:off x="579120" y="2415540"/>
              <a:ext cx="5273040" cy="709522"/>
            </a:xfrm>
            <a:prstGeom prst="roundRect">
              <a:avLst>
                <a:gd name="adj" fmla="val 50000"/>
              </a:avLst>
            </a:prstGeom>
            <a:solidFill>
              <a:srgbClr val="F25D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1"/>
            <p:cNvSpPr/>
            <p:nvPr/>
          </p:nvSpPr>
          <p:spPr>
            <a:xfrm>
              <a:off x="740146" y="2571750"/>
              <a:ext cx="4959614" cy="415290"/>
            </a:xfrm>
            <a:prstGeom prst="roundRect">
              <a:avLst>
                <a:gd name="adj" fmla="val 50000"/>
              </a:avLst>
            </a:prstGeom>
            <a:solidFill>
              <a:srgbClr val="F25D9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4" name="Google Shape;514;p1"/>
          <p:cNvSpPr txBox="1"/>
          <p:nvPr/>
        </p:nvSpPr>
        <p:spPr>
          <a:xfrm>
            <a:off x="650765" y="2608441"/>
            <a:ext cx="2475350" cy="351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Мобильная разработка</a:t>
            </a:r>
            <a:endParaRPr sz="16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5" name="Google Shape;515;p1"/>
          <p:cNvSpPr txBox="1"/>
          <p:nvPr/>
        </p:nvSpPr>
        <p:spPr>
          <a:xfrm>
            <a:off x="563879" y="3407644"/>
            <a:ext cx="160782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>
                <a:solidFill>
                  <a:srgbClr val="F25D9C"/>
                </a:solidFill>
                <a:latin typeface="Consolas"/>
                <a:ea typeface="Consolas"/>
                <a:cs typeface="Consolas"/>
                <a:sym typeface="Consolas"/>
              </a:rPr>
              <a:t>Команда:</a:t>
            </a:r>
            <a:endParaRPr sz="1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6" name="Google Shape;516;p1"/>
          <p:cNvSpPr txBox="1"/>
          <p:nvPr/>
        </p:nvSpPr>
        <p:spPr>
          <a:xfrm>
            <a:off x="4393662" y="3407644"/>
            <a:ext cx="139318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>
                <a:solidFill>
                  <a:srgbClr val="F25D9C"/>
                </a:solidFill>
                <a:latin typeface="Consolas"/>
                <a:ea typeface="Consolas"/>
                <a:cs typeface="Consolas"/>
                <a:sym typeface="Consolas"/>
              </a:rPr>
              <a:t>Наставник:</a:t>
            </a:r>
            <a:endParaRPr sz="1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7" name="Google Shape;517;p1"/>
          <p:cNvSpPr/>
          <p:nvPr/>
        </p:nvSpPr>
        <p:spPr>
          <a:xfrm>
            <a:off x="460191" y="3277311"/>
            <a:ext cx="3630225" cy="1464921"/>
          </a:xfrm>
          <a:prstGeom prst="roundRect">
            <a:avLst>
              <a:gd name="adj" fmla="val 16189"/>
            </a:avLst>
          </a:prstGeom>
          <a:noFill/>
          <a:ln w="9525" cap="flat" cmpd="sng">
            <a:solidFill>
              <a:srgbClr val="F25D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"/>
          <p:cNvSpPr/>
          <p:nvPr/>
        </p:nvSpPr>
        <p:spPr>
          <a:xfrm>
            <a:off x="4341760" y="3277311"/>
            <a:ext cx="4318364" cy="1464921"/>
          </a:xfrm>
          <a:prstGeom prst="roundRect">
            <a:avLst>
              <a:gd name="adj" fmla="val 16189"/>
            </a:avLst>
          </a:prstGeom>
          <a:noFill/>
          <a:ln w="9525" cap="flat" cmpd="sng">
            <a:solidFill>
              <a:srgbClr val="F25D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"/>
          <p:cNvSpPr txBox="1"/>
          <p:nvPr/>
        </p:nvSpPr>
        <p:spPr>
          <a:xfrm>
            <a:off x="711535" y="3715421"/>
            <a:ext cx="332169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Ярцев Михаил Юрьевич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Гаврилов Артём Константинович</a:t>
            </a:r>
            <a:endParaRPr sz="1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"/>
          <p:cNvSpPr/>
          <p:nvPr/>
        </p:nvSpPr>
        <p:spPr>
          <a:xfrm>
            <a:off x="100" y="0"/>
            <a:ext cx="9144000" cy="5143500"/>
          </a:xfrm>
          <a:prstGeom prst="rect">
            <a:avLst/>
          </a:prstGeom>
          <a:gradFill>
            <a:gsLst>
              <a:gs pos="0">
                <a:srgbClr val="7030A0">
                  <a:alpha val="90196"/>
                </a:srgbClr>
              </a:gs>
              <a:gs pos="866">
                <a:srgbClr val="7030A0">
                  <a:alpha val="90196"/>
                </a:srgbClr>
              </a:gs>
              <a:gs pos="33000">
                <a:srgbClr val="7732A0">
                  <a:alpha val="85098"/>
                </a:srgbClr>
              </a:gs>
              <a:gs pos="66000">
                <a:srgbClr val="7F35A0">
                  <a:alpha val="83137"/>
                </a:srgbClr>
              </a:gs>
              <a:gs pos="100000">
                <a:srgbClr val="F25D9C">
                  <a:alpha val="80000"/>
                </a:srgbClr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5" name="Google Shape;525;p2"/>
          <p:cNvSpPr/>
          <p:nvPr/>
        </p:nvSpPr>
        <p:spPr>
          <a:xfrm>
            <a:off x="444425" y="120060"/>
            <a:ext cx="4211700" cy="7941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Возрастная группа</a:t>
            </a:r>
            <a:endParaRPr sz="32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6" name="Google Shape;526;p2"/>
          <p:cNvSpPr/>
          <p:nvPr/>
        </p:nvSpPr>
        <p:spPr>
          <a:xfrm>
            <a:off x="414113" y="2130884"/>
            <a:ext cx="4272300" cy="28542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Наш проект закрывает</a:t>
            </a:r>
            <a:r>
              <a:rPr lang="ru-RU" sz="16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nsolas"/>
              <a:buChar char="•"/>
            </a:pP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Потребность в развитии логического и причинно-следственного мышления.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nsolas"/>
              <a:buChar char="•"/>
            </a:pP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Потребность в творчестве и самовыражении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nsolas"/>
              <a:buChar char="•"/>
            </a:pP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Потребность родителей в свободном времени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nsolas"/>
              <a:buChar char="•"/>
            </a:pPr>
            <a:r>
              <a:rPr lang="ru-RU" sz="1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Потребность в игре и исследовании нового</a:t>
            </a:r>
            <a:endParaRPr/>
          </a:p>
        </p:txBody>
      </p:sp>
      <p:sp>
        <p:nvSpPr>
          <p:cNvPr id="527" name="Google Shape;527;p2"/>
          <p:cNvSpPr/>
          <p:nvPr/>
        </p:nvSpPr>
        <p:spPr>
          <a:xfrm>
            <a:off x="129975" y="1031161"/>
            <a:ext cx="4776300" cy="1086900"/>
          </a:xfrm>
          <a:prstGeom prst="roundRect">
            <a:avLst>
              <a:gd name="adj" fmla="val 31085"/>
            </a:avLst>
          </a:prstGeom>
          <a:gradFill>
            <a:gsLst>
              <a:gs pos="0">
                <a:srgbClr val="590D82"/>
              </a:gs>
              <a:gs pos="98000">
                <a:srgbClr val="0C056D"/>
              </a:gs>
              <a:gs pos="100000">
                <a:srgbClr val="0C056D"/>
              </a:gs>
            </a:gsLst>
            <a:lin ang="2700000" scaled="0"/>
          </a:gradFill>
          <a:ln w="9525" cap="flat" cmpd="sng">
            <a:solidFill>
              <a:srgbClr val="B61A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Дети в возрасте 8-11 лет</a:t>
            </a:r>
            <a:endParaRPr sz="36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8" name="Google Shape;528;p2"/>
          <p:cNvSpPr/>
          <p:nvPr/>
        </p:nvSpPr>
        <p:spPr>
          <a:xfrm>
            <a:off x="4984225" y="374072"/>
            <a:ext cx="3932700" cy="7941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Структура уроков</a:t>
            </a:r>
            <a:endParaRPr sz="32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9" name="Google Shape;529;p2"/>
          <p:cNvSpPr/>
          <p:nvPr/>
        </p:nvSpPr>
        <p:spPr>
          <a:xfrm>
            <a:off x="5912625" y="1341693"/>
            <a:ext cx="2110200" cy="674400"/>
          </a:xfrm>
          <a:prstGeom prst="roundRect">
            <a:avLst>
              <a:gd name="adj" fmla="val 33488"/>
            </a:avLst>
          </a:prstGeom>
          <a:solidFill>
            <a:srgbClr val="F25D9C"/>
          </a:solidFill>
          <a:ln w="9525" cap="flat" cmpd="sng">
            <a:solidFill>
              <a:srgbClr val="B61A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Чтение значения переменной</a:t>
            </a:r>
            <a:endParaRPr sz="1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0" name="Google Shape;530;p2"/>
          <p:cNvSpPr/>
          <p:nvPr/>
        </p:nvSpPr>
        <p:spPr>
          <a:xfrm rot="5400000">
            <a:off x="6726675" y="2058520"/>
            <a:ext cx="325946" cy="345671"/>
          </a:xfrm>
          <a:prstGeom prst="rightArrow">
            <a:avLst>
              <a:gd name="adj1" fmla="val 15625"/>
              <a:gd name="adj2" fmla="val 50000"/>
            </a:avLst>
          </a:prstGeom>
          <a:solidFill>
            <a:srgbClr val="B61AA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1" name="Google Shape;531;p2"/>
          <p:cNvSpPr/>
          <p:nvPr/>
        </p:nvSpPr>
        <p:spPr>
          <a:xfrm>
            <a:off x="5912625" y="2442186"/>
            <a:ext cx="2110200" cy="674400"/>
          </a:xfrm>
          <a:prstGeom prst="roundRect">
            <a:avLst>
              <a:gd name="adj" fmla="val 33488"/>
            </a:avLst>
          </a:prstGeom>
          <a:solidFill>
            <a:srgbClr val="F25D9C"/>
          </a:solidFill>
          <a:ln w="9525" cap="flat" cmpd="sng">
            <a:solidFill>
              <a:srgbClr val="B61A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Как правильно создать текстовую переменную</a:t>
            </a:r>
            <a:endParaRPr sz="1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2" name="Google Shape;532;p2"/>
          <p:cNvSpPr/>
          <p:nvPr/>
        </p:nvSpPr>
        <p:spPr>
          <a:xfrm rot="5400000">
            <a:off x="6726675" y="3159013"/>
            <a:ext cx="325946" cy="345671"/>
          </a:xfrm>
          <a:prstGeom prst="rightArrow">
            <a:avLst>
              <a:gd name="adj1" fmla="val 15625"/>
              <a:gd name="adj2" fmla="val 50000"/>
            </a:avLst>
          </a:prstGeom>
          <a:solidFill>
            <a:srgbClr val="B61AA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3" name="Google Shape;533;p2"/>
          <p:cNvSpPr/>
          <p:nvPr/>
        </p:nvSpPr>
        <p:spPr>
          <a:xfrm>
            <a:off x="5912625" y="3542679"/>
            <a:ext cx="2110200" cy="674400"/>
          </a:xfrm>
          <a:prstGeom prst="roundRect">
            <a:avLst>
              <a:gd name="adj" fmla="val 33488"/>
            </a:avLst>
          </a:prstGeom>
          <a:solidFill>
            <a:srgbClr val="B61AAE"/>
          </a:solidFill>
          <a:ln w="9525" cap="flat" cmpd="sng">
            <a:solidFill>
              <a:srgbClr val="B61A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Работа с числовыми переменными</a:t>
            </a:r>
            <a:endParaRPr sz="1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4" name="Google Shape;534;p2"/>
          <p:cNvSpPr/>
          <p:nvPr/>
        </p:nvSpPr>
        <p:spPr>
          <a:xfrm>
            <a:off x="5119961" y="4390750"/>
            <a:ext cx="36612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Задания используют такую игровую форму заданий как «тест»</a:t>
            </a:r>
            <a:endParaRPr sz="9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"/>
          <p:cNvSpPr/>
          <p:nvPr/>
        </p:nvSpPr>
        <p:spPr>
          <a:xfrm>
            <a:off x="0" y="0"/>
            <a:ext cx="9144000" cy="5129100"/>
          </a:xfrm>
          <a:prstGeom prst="rect">
            <a:avLst/>
          </a:prstGeom>
          <a:gradFill>
            <a:gsLst>
              <a:gs pos="0">
                <a:srgbClr val="000000">
                  <a:alpha val="80000"/>
                </a:srgbClr>
              </a:gs>
              <a:gs pos="866">
                <a:srgbClr val="000000">
                  <a:alpha val="80000"/>
                </a:srgbClr>
              </a:gs>
              <a:gs pos="100000">
                <a:srgbClr val="7F7F7F">
                  <a:alpha val="80000"/>
                </a:srgbClr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2F2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1" name="Google Shape;541;p3"/>
          <p:cNvSpPr/>
          <p:nvPr/>
        </p:nvSpPr>
        <p:spPr>
          <a:xfrm>
            <a:off x="116224" y="4488054"/>
            <a:ext cx="7054196" cy="79397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>
                <a:solidFill>
                  <a:srgbClr val="F2F2F2"/>
                </a:solidFill>
                <a:latin typeface="Consolas"/>
                <a:ea typeface="Consolas"/>
                <a:cs typeface="Consolas"/>
                <a:sym typeface="Consolas"/>
              </a:rPr>
              <a:t>Скриншоты рабочего приложения</a:t>
            </a:r>
            <a:endParaRPr sz="3200" b="1" i="0" u="none" strike="noStrike" cap="none">
              <a:solidFill>
                <a:srgbClr val="F2F2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2" name="Google Shape;542;p3"/>
          <p:cNvSpPr txBox="1"/>
          <p:nvPr/>
        </p:nvSpPr>
        <p:spPr>
          <a:xfrm>
            <a:off x="540359" y="4366650"/>
            <a:ext cx="218252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>
                <a:solidFill>
                  <a:srgbClr val="F2F2F2"/>
                </a:solidFill>
                <a:latin typeface="Consolas"/>
                <a:ea typeface="Consolas"/>
                <a:cs typeface="Consolas"/>
                <a:sym typeface="Consolas"/>
              </a:rPr>
              <a:t>Главное меню</a:t>
            </a:r>
            <a:endParaRPr sz="1200" b="0" i="0" u="none" strike="noStrike" cap="none">
              <a:solidFill>
                <a:srgbClr val="F2F2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3" name="Google Shape;543;p3"/>
          <p:cNvSpPr txBox="1"/>
          <p:nvPr/>
        </p:nvSpPr>
        <p:spPr>
          <a:xfrm>
            <a:off x="2980293" y="4366650"/>
            <a:ext cx="218252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>
                <a:solidFill>
                  <a:srgbClr val="F2F2F2"/>
                </a:solidFill>
                <a:latin typeface="Consolas"/>
                <a:ea typeface="Consolas"/>
                <a:cs typeface="Consolas"/>
                <a:sym typeface="Consolas"/>
              </a:rPr>
              <a:t>Урок первый</a:t>
            </a:r>
            <a:endParaRPr sz="1200" b="0" i="0" u="none" strike="noStrike" cap="none">
              <a:solidFill>
                <a:srgbClr val="F2F2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44" name="Google Shape;54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059" y="521402"/>
            <a:ext cx="1687444" cy="3754089"/>
          </a:xfrm>
          <a:prstGeom prst="roundRect">
            <a:avLst>
              <a:gd name="adj" fmla="val 9442"/>
            </a:avLst>
          </a:prstGeom>
          <a:noFill/>
          <a:ln>
            <a:noFill/>
          </a:ln>
        </p:spPr>
      </p:pic>
      <p:sp>
        <p:nvSpPr>
          <p:cNvPr id="545" name="Google Shape;545;p3"/>
          <p:cNvSpPr txBox="1"/>
          <p:nvPr/>
        </p:nvSpPr>
        <p:spPr>
          <a:xfrm>
            <a:off x="4880410" y="4366650"/>
            <a:ext cx="218252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>
                <a:solidFill>
                  <a:srgbClr val="F2F2F2"/>
                </a:solidFill>
                <a:latin typeface="Consolas"/>
                <a:ea typeface="Consolas"/>
                <a:cs typeface="Consolas"/>
                <a:sym typeface="Consolas"/>
              </a:rPr>
              <a:t>Настройки</a:t>
            </a:r>
            <a:endParaRPr sz="1200" b="0" i="0" u="none" strike="noStrike" cap="none">
              <a:solidFill>
                <a:srgbClr val="F2F2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6" name="Google Shape;546;p3"/>
          <p:cNvSpPr txBox="1"/>
          <p:nvPr/>
        </p:nvSpPr>
        <p:spPr>
          <a:xfrm>
            <a:off x="7320344" y="4366650"/>
            <a:ext cx="218252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>
                <a:solidFill>
                  <a:srgbClr val="F2F2F2"/>
                </a:solidFill>
                <a:latin typeface="Consolas"/>
                <a:ea typeface="Consolas"/>
                <a:cs typeface="Consolas"/>
                <a:sym typeface="Consolas"/>
              </a:rPr>
              <a:t>Темная тема</a:t>
            </a:r>
            <a:endParaRPr sz="1200" b="0" i="0" u="none" strike="noStrike" cap="none">
              <a:solidFill>
                <a:srgbClr val="F2F2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47" name="Google Shape;547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22880" y="516925"/>
            <a:ext cx="1651729" cy="3740423"/>
          </a:xfrm>
          <a:prstGeom prst="roundRect">
            <a:avLst>
              <a:gd name="adj" fmla="val 8363"/>
            </a:avLst>
          </a:prstGeom>
          <a:noFill/>
          <a:ln>
            <a:noFill/>
          </a:ln>
        </p:spPr>
      </p:pic>
      <p:pic>
        <p:nvPicPr>
          <p:cNvPr id="548" name="Google Shape;548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8391" y="762671"/>
            <a:ext cx="2029144" cy="3512820"/>
          </a:xfrm>
          <a:prstGeom prst="roundRect">
            <a:avLst>
              <a:gd name="adj" fmla="val 6528"/>
            </a:avLst>
          </a:prstGeom>
          <a:noFill/>
          <a:ln>
            <a:noFill/>
          </a:ln>
        </p:spPr>
      </p:pic>
      <p:pic>
        <p:nvPicPr>
          <p:cNvPr id="549" name="Google Shape;549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70420" y="516925"/>
            <a:ext cx="1683451" cy="3758566"/>
          </a:xfrm>
          <a:prstGeom prst="roundRect">
            <a:avLst>
              <a:gd name="adj" fmla="val 653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80000"/>
                </a:srgbClr>
              </a:gs>
              <a:gs pos="866">
                <a:srgbClr val="000000">
                  <a:alpha val="80000"/>
                </a:srgbClr>
              </a:gs>
              <a:gs pos="100000">
                <a:srgbClr val="7F7F7F">
                  <a:alpha val="80000"/>
                </a:srgbClr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2F2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56" name="Google Shape;556;p4"/>
          <p:cNvPicPr preferRelativeResize="0"/>
          <p:nvPr/>
        </p:nvPicPr>
        <p:blipFill rotWithShape="1">
          <a:blip r:embed="rId3">
            <a:alphaModFix/>
          </a:blip>
          <a:srcRect t="8108" b="8308"/>
          <a:stretch/>
        </p:blipFill>
        <p:spPr>
          <a:xfrm>
            <a:off x="5767625" y="279200"/>
            <a:ext cx="2733600" cy="3423900"/>
          </a:xfrm>
          <a:prstGeom prst="roundRect">
            <a:avLst>
              <a:gd name="adj" fmla="val 14384"/>
            </a:avLst>
          </a:prstGeom>
          <a:noFill/>
          <a:ln>
            <a:noFill/>
          </a:ln>
        </p:spPr>
      </p:pic>
      <p:sp>
        <p:nvSpPr>
          <p:cNvPr id="557" name="Google Shape;557;p4"/>
          <p:cNvSpPr/>
          <p:nvPr/>
        </p:nvSpPr>
        <p:spPr>
          <a:xfrm>
            <a:off x="327658" y="214052"/>
            <a:ext cx="6462300" cy="7941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Команда и роли</a:t>
            </a:r>
            <a:endParaRPr/>
          </a:p>
        </p:txBody>
      </p:sp>
      <p:sp>
        <p:nvSpPr>
          <p:cNvPr id="558" name="Google Shape;558;p4"/>
          <p:cNvSpPr txBox="1"/>
          <p:nvPr/>
        </p:nvSpPr>
        <p:spPr>
          <a:xfrm>
            <a:off x="327661" y="3756375"/>
            <a:ext cx="21489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Ярцев</a:t>
            </a:r>
            <a:endParaRPr sz="1400" b="1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Михаил Юрьевич</a:t>
            </a:r>
            <a:endParaRPr sz="1400" b="1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Дизайнер</a:t>
            </a:r>
            <a:endParaRPr sz="1400" b="1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Придумал идею, сделал презентацию</a:t>
            </a:r>
            <a:endParaRPr sz="14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4"/>
          <p:cNvSpPr txBox="1"/>
          <p:nvPr/>
        </p:nvSpPr>
        <p:spPr>
          <a:xfrm>
            <a:off x="2736306" y="3756375"/>
            <a:ext cx="23004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Гаврилов</a:t>
            </a:r>
            <a:endParaRPr sz="1400" b="1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Артём </a:t>
            </a:r>
            <a:r>
              <a:rPr lang="ru-RU" sz="1400" b="1" i="0" u="none" strike="noStrike" cap="none">
                <a:solidFill>
                  <a:schemeClr val="lt1"/>
                </a:solidFill>
              </a:rPr>
              <a:t>Константинович</a:t>
            </a:r>
            <a:r>
              <a:rPr lang="ru-RU" sz="1400" b="1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1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Программист, дизайнер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Написал весь код</a:t>
            </a:r>
            <a:endParaRPr sz="14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4"/>
          <p:cNvSpPr txBox="1"/>
          <p:nvPr/>
        </p:nvSpPr>
        <p:spPr>
          <a:xfrm>
            <a:off x="6724190" y="3756375"/>
            <a:ext cx="2127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Марасанова</a:t>
            </a:r>
            <a:endParaRPr sz="1400" b="1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Елена Вячеславовна</a:t>
            </a:r>
            <a:endParaRPr sz="1400" b="1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4"/>
          <p:cNvSpPr/>
          <p:nvPr/>
        </p:nvSpPr>
        <p:spPr>
          <a:xfrm>
            <a:off x="5690903" y="3563350"/>
            <a:ext cx="984000" cy="296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4"/>
          <p:cNvSpPr txBox="1"/>
          <p:nvPr/>
        </p:nvSpPr>
        <p:spPr>
          <a:xfrm>
            <a:off x="5690900" y="3563356"/>
            <a:ext cx="9840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наставник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4" name="Google Shape;564;p4" title="IMG_20260509_200312_212@-1383876145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150" y="1361900"/>
            <a:ext cx="2341200" cy="2341200"/>
          </a:xfrm>
          <a:prstGeom prst="roundRect">
            <a:avLst>
              <a:gd name="adj" fmla="val 16086"/>
            </a:avLst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2AD1FDE-147E-4C5A-F648-3660CB0FCB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95" t="1916" b="24751"/>
          <a:stretch>
            <a:fillRect/>
          </a:stretch>
        </p:blipFill>
        <p:spPr>
          <a:xfrm>
            <a:off x="2953776" y="1361898"/>
            <a:ext cx="2313127" cy="2341200"/>
          </a:xfrm>
          <a:custGeom>
            <a:avLst/>
            <a:gdLst>
              <a:gd name="csX0" fmla="*/ 390208 w 2313127"/>
              <a:gd name="csY0" fmla="*/ 0 h 2341200"/>
              <a:gd name="csX1" fmla="*/ 1950992 w 2313127"/>
              <a:gd name="csY1" fmla="*/ 0 h 2341200"/>
              <a:gd name="csX2" fmla="*/ 2310536 w 2313127"/>
              <a:gd name="csY2" fmla="*/ 238322 h 2341200"/>
              <a:gd name="csX3" fmla="*/ 2313127 w 2313127"/>
              <a:gd name="csY3" fmla="*/ 246670 h 2341200"/>
              <a:gd name="csX4" fmla="*/ 2313127 w 2313127"/>
              <a:gd name="csY4" fmla="*/ 2094530 h 2341200"/>
              <a:gd name="csX5" fmla="*/ 2310536 w 2313127"/>
              <a:gd name="csY5" fmla="*/ 2102879 h 2341200"/>
              <a:gd name="csX6" fmla="*/ 1950992 w 2313127"/>
              <a:gd name="csY6" fmla="*/ 2341200 h 2341200"/>
              <a:gd name="csX7" fmla="*/ 390208 w 2313127"/>
              <a:gd name="csY7" fmla="*/ 2341200 h 2341200"/>
              <a:gd name="csX8" fmla="*/ 0 w 2313127"/>
              <a:gd name="csY8" fmla="*/ 1950992 h 2341200"/>
              <a:gd name="csX9" fmla="*/ 0 w 2313127"/>
              <a:gd name="csY9" fmla="*/ 390208 h 2341200"/>
              <a:gd name="csX10" fmla="*/ 390208 w 2313127"/>
              <a:gd name="csY10" fmla="*/ 0 h 234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313127" h="2341200">
                <a:moveTo>
                  <a:pt x="390208" y="0"/>
                </a:moveTo>
                <a:lnTo>
                  <a:pt x="1950992" y="0"/>
                </a:lnTo>
                <a:cubicBezTo>
                  <a:pt x="2112622" y="0"/>
                  <a:pt x="2251299" y="98270"/>
                  <a:pt x="2310536" y="238322"/>
                </a:cubicBezTo>
                <a:lnTo>
                  <a:pt x="2313127" y="246670"/>
                </a:lnTo>
                <a:lnTo>
                  <a:pt x="2313127" y="2094530"/>
                </a:lnTo>
                <a:lnTo>
                  <a:pt x="2310536" y="2102879"/>
                </a:lnTo>
                <a:cubicBezTo>
                  <a:pt x="2251299" y="2242930"/>
                  <a:pt x="2112622" y="2341200"/>
                  <a:pt x="1950992" y="2341200"/>
                </a:cubicBezTo>
                <a:lnTo>
                  <a:pt x="390208" y="2341200"/>
                </a:lnTo>
                <a:cubicBezTo>
                  <a:pt x="174702" y="2341200"/>
                  <a:pt x="0" y="2166498"/>
                  <a:pt x="0" y="1950992"/>
                </a:cubicBezTo>
                <a:lnTo>
                  <a:pt x="0" y="390208"/>
                </a:lnTo>
                <a:cubicBezTo>
                  <a:pt x="0" y="174702"/>
                  <a:pt x="174702" y="0"/>
                  <a:pt x="390208" y="0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rgbClr val="000000"/>
      </a:dk1>
      <a:lt1>
        <a:srgbClr val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</Words>
  <Application>Microsoft Office PowerPoint</Application>
  <PresentationFormat>Экран (16:9)</PresentationFormat>
  <Paragraphs>41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Consolas</vt:lpstr>
      <vt:lpstr>Noto Sans Symbols</vt:lpstr>
      <vt:lpstr>Совет директоров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Администратор</dc:creator>
  <cp:lastModifiedBy>Артём Гаврилов</cp:lastModifiedBy>
  <cp:revision>1</cp:revision>
  <dcterms:modified xsi:type="dcterms:W3CDTF">2026-10-16T18:59:21Z</dcterms:modified>
</cp:coreProperties>
</file>